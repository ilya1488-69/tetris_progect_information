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999887-DA71-4607-96FD-242C773A1D43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B541B8-0EA3-4209-910F-5B9C52CE0C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7360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B541B8-0EA3-4209-910F-5B9C52CE0C2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9259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60763-D9CD-405D-AC7A-74DB2797EB20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C59CE-9154-406C-872C-5A4522145D19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0807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60763-D9CD-405D-AC7A-74DB2797EB20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C59CE-9154-406C-872C-5A4522145D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407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60763-D9CD-405D-AC7A-74DB2797EB20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C59CE-9154-406C-872C-5A4522145D19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9739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60763-D9CD-405D-AC7A-74DB2797EB20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C59CE-9154-406C-872C-5A4522145D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1864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60763-D9CD-405D-AC7A-74DB2797EB20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C59CE-9154-406C-872C-5A4522145D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4747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60763-D9CD-405D-AC7A-74DB2797EB20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C59CE-9154-406C-872C-5A4522145D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3851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60763-D9CD-405D-AC7A-74DB2797EB20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C59CE-9154-406C-872C-5A4522145D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7161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4E60763-D9CD-405D-AC7A-74DB2797EB20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30C59CE-9154-406C-872C-5A4522145D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7098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60763-D9CD-405D-AC7A-74DB2797EB20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C59CE-9154-406C-872C-5A4522145D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7378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60763-D9CD-405D-AC7A-74DB2797EB20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C59CE-9154-406C-872C-5A4522145D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4852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60763-D9CD-405D-AC7A-74DB2797EB20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C59CE-9154-406C-872C-5A4522145D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628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4E60763-D9CD-405D-AC7A-74DB2797EB20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30C59CE-9154-406C-872C-5A4522145D19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1173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fif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00D003-2DFD-365D-75D0-DD70FB8835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343" y="1556930"/>
            <a:ext cx="9738510" cy="2387600"/>
          </a:xfrm>
        </p:spPr>
        <p:txBody>
          <a:bodyPr>
            <a:normAutofit fontScale="90000"/>
          </a:bodyPr>
          <a:lstStyle/>
          <a:p>
            <a:r>
              <a:rPr lang="ru-RU" dirty="0"/>
              <a:t>Создание игры на языке программирования Python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4F2FF26-8B52-C3F1-F30F-6DAAF6FF59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73647" y="4485637"/>
            <a:ext cx="6904777" cy="1630866"/>
          </a:xfrm>
        </p:spPr>
        <p:txBody>
          <a:bodyPr>
            <a:normAutofit/>
          </a:bodyPr>
          <a:lstStyle/>
          <a:p>
            <a:r>
              <a:rPr lang="ru-RU" b="1" dirty="0"/>
              <a:t>Автор:</a:t>
            </a:r>
            <a:r>
              <a:rPr lang="ru-RU" dirty="0"/>
              <a:t> Левашов Илья Сергеевич</a:t>
            </a:r>
            <a:br>
              <a:rPr lang="ru-RU" dirty="0"/>
            </a:br>
            <a:r>
              <a:rPr lang="ru-RU" b="1" dirty="0"/>
              <a:t>Руководитель:</a:t>
            </a:r>
            <a:r>
              <a:rPr lang="ru-RU" dirty="0"/>
              <a:t> Усенко Роман Сергеевич</a:t>
            </a:r>
          </a:p>
          <a:p>
            <a:r>
              <a:rPr lang="ru-RU" b="1" dirty="0"/>
              <a:t>Дисциплина:</a:t>
            </a:r>
            <a:r>
              <a:rPr lang="ru-RU" dirty="0"/>
              <a:t> Информатика</a:t>
            </a:r>
          </a:p>
        </p:txBody>
      </p:sp>
    </p:spTree>
    <p:extLst>
      <p:ext uri="{BB962C8B-B14F-4D97-AF65-F5344CB8AC3E}">
        <p14:creationId xmlns:p14="http://schemas.microsoft.com/office/powerpoint/2010/main" val="3921802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4B5A9B-D46E-A41E-4875-565516704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000" b="1" dirty="0"/>
              <a:t>Цель проекта:</a:t>
            </a:r>
            <a:br>
              <a:rPr lang="ru-RU" sz="3000" dirty="0"/>
            </a:br>
            <a:r>
              <a:rPr lang="ru-RU" sz="3000" dirty="0"/>
              <a:t>Разработать компьютерную игру на языке Python с использованием библиотеки </a:t>
            </a:r>
            <a:r>
              <a:rPr lang="ru-RU" sz="3000" dirty="0" err="1"/>
              <a:t>Pygame</a:t>
            </a:r>
            <a:r>
              <a:rPr lang="ru-RU" sz="3000" dirty="0"/>
              <a:t>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E7AC1C-B131-3DD2-D53D-7140BC1BE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7548779" cy="2744373"/>
          </a:xfrm>
        </p:spPr>
        <p:txBody>
          <a:bodyPr/>
          <a:lstStyle/>
          <a:p>
            <a:r>
              <a:rPr lang="ru-RU" b="1" dirty="0"/>
              <a:t>Задачи:</a:t>
            </a:r>
            <a:endParaRPr lang="ru-RU" dirty="0"/>
          </a:p>
          <a:p>
            <a:r>
              <a:rPr lang="ru-RU" dirty="0"/>
              <a:t>Изучить технологию создания игр на Python</a:t>
            </a:r>
          </a:p>
          <a:p>
            <a:r>
              <a:rPr lang="ru-RU" dirty="0"/>
              <a:t>Разобрать алгоритмы движения, столкновений и удаления линий</a:t>
            </a:r>
          </a:p>
          <a:p>
            <a:r>
              <a:rPr lang="ru-RU" dirty="0"/>
              <a:t>Написать код игры «Тетрис»</a:t>
            </a:r>
          </a:p>
          <a:p>
            <a:r>
              <a:rPr lang="ru-RU" dirty="0"/>
              <a:t>Протестировать игру на друзьях и одноклассниках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21259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DABB57-D684-EF1B-B445-D4AB0C523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54762"/>
            <a:ext cx="10058400" cy="1668287"/>
          </a:xfrm>
        </p:spPr>
        <p:txBody>
          <a:bodyPr>
            <a:normAutofit/>
          </a:bodyPr>
          <a:lstStyle/>
          <a:p>
            <a:r>
              <a:rPr lang="ru-RU" sz="3000" b="1" dirty="0"/>
              <a:t>Актуальность:</a:t>
            </a:r>
            <a:endParaRPr lang="ru-RU" sz="3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2B1E0D-C27E-A3BD-18D3-C7DE829BA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391340"/>
            <a:ext cx="3791591" cy="2643612"/>
          </a:xfrm>
        </p:spPr>
        <p:txBody>
          <a:bodyPr>
            <a:normAutofit/>
          </a:bodyPr>
          <a:lstStyle/>
          <a:p>
            <a:r>
              <a:rPr lang="ru-RU" dirty="0"/>
              <a:t>Компьютерные игры — популярный вид досуга. Python — простой и доступный язык, позволяющий новичкам быстро создавать свои игры.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D8E28C2-760A-63E4-66DE-47AE38735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972" y="2127564"/>
            <a:ext cx="5915294" cy="3862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8185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4312B6-5BA7-37C1-5BDB-EBD34AC42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000" b="1" dirty="0"/>
              <a:t>Что использовалось для разработки: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73B1E9-7494-2090-BEE3-FC5B3777DA6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Язык: </a:t>
            </a:r>
            <a:r>
              <a:rPr lang="ru-RU" b="1" dirty="0"/>
              <a:t>Python 3</a:t>
            </a:r>
            <a:endParaRPr lang="ru-RU" dirty="0"/>
          </a:p>
          <a:p>
            <a:r>
              <a:rPr lang="ru-RU" dirty="0"/>
              <a:t>Библиотека: </a:t>
            </a:r>
            <a:r>
              <a:rPr lang="ru-RU" b="1" dirty="0" err="1"/>
              <a:t>Pygame</a:t>
            </a:r>
            <a:r>
              <a:rPr lang="ru-RU" dirty="0"/>
              <a:t> (графика, окно, клавиатура)</a:t>
            </a:r>
          </a:p>
          <a:p>
            <a:r>
              <a:rPr lang="ru-RU" dirty="0"/>
              <a:t>Среда разработки: </a:t>
            </a:r>
            <a:r>
              <a:rPr lang="ru-RU" b="1" dirty="0" err="1"/>
              <a:t>PyCharm</a:t>
            </a:r>
            <a:endParaRPr lang="ru-RU" dirty="0"/>
          </a:p>
          <a:p>
            <a:r>
              <a:rPr lang="ru-RU" dirty="0"/>
              <a:t>Дополнительные модули: </a:t>
            </a:r>
            <a:r>
              <a:rPr lang="ru-RU" b="1" dirty="0" err="1"/>
              <a:t>random</a:t>
            </a:r>
            <a:r>
              <a:rPr lang="ru-RU" dirty="0"/>
              <a:t> (случайный выбор фигур), </a:t>
            </a:r>
            <a:r>
              <a:rPr lang="ru-RU" b="1" dirty="0" err="1"/>
              <a:t>time</a:t>
            </a:r>
            <a:r>
              <a:rPr lang="ru-RU" dirty="0"/>
              <a:t> (управление скоростью падения)</a:t>
            </a:r>
          </a:p>
          <a:p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0BB62BCC-2170-FA77-6B47-D54F9C39802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7557" y="1845733"/>
            <a:ext cx="3467548" cy="3274907"/>
          </a:xfrm>
        </p:spPr>
      </p:pic>
    </p:spTree>
    <p:extLst>
      <p:ext uri="{BB962C8B-B14F-4D97-AF65-F5344CB8AC3E}">
        <p14:creationId xmlns:p14="http://schemas.microsoft.com/office/powerpoint/2010/main" val="781457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70EC71-DAB9-4DDD-C138-23814223C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000" b="1" dirty="0"/>
              <a:t>Как работает игра «Тетрис»:</a:t>
            </a:r>
            <a:br>
              <a:rPr lang="ru-RU" sz="3000" dirty="0"/>
            </a:br>
            <a:endParaRPr lang="ru-RU" sz="3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7EBE4B-1CCD-1547-7580-9DD4DFFE1AF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Создаётся окно и игровое поле 10×20 клеток</a:t>
            </a:r>
          </a:p>
          <a:p>
            <a:r>
              <a:rPr lang="ru-RU" dirty="0"/>
              <a:t>Случайно выбирается одна из 7 фигур (</a:t>
            </a:r>
            <a:r>
              <a:rPr lang="ru-RU" dirty="0" err="1"/>
              <a:t>тетрамино</a:t>
            </a:r>
            <a:r>
              <a:rPr lang="ru-RU" dirty="0"/>
              <a:t>)</a:t>
            </a:r>
          </a:p>
          <a:p>
            <a:r>
              <a:rPr lang="ru-RU" dirty="0"/>
              <a:t>Игрок управляет фигурой: влево, вправо, поворот, ускорение, сброс</a:t>
            </a:r>
          </a:p>
          <a:p>
            <a:r>
              <a:rPr lang="ru-RU" dirty="0"/>
              <a:t>Фигура падает с увеличивающейся скоростью</a:t>
            </a:r>
          </a:p>
          <a:p>
            <a:r>
              <a:rPr lang="ru-RU" dirty="0"/>
              <a:t>При заполнении ряда — он удаляется, начисляются очки</a:t>
            </a:r>
          </a:p>
          <a:p>
            <a:r>
              <a:rPr lang="ru-RU" dirty="0"/>
              <a:t>Уровень растёт — падение ускоряется</a:t>
            </a:r>
          </a:p>
          <a:p>
            <a:r>
              <a:rPr lang="ru-RU" dirty="0"/>
              <a:t>Если новая фигура не может поместиться — игра заканчивается</a:t>
            </a:r>
          </a:p>
          <a:p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5C9E96A0-39E1-DDF7-0702-34076D21722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238" y="2252540"/>
            <a:ext cx="4937125" cy="3210171"/>
          </a:xfrm>
        </p:spPr>
      </p:pic>
    </p:spTree>
    <p:extLst>
      <p:ext uri="{BB962C8B-B14F-4D97-AF65-F5344CB8AC3E}">
        <p14:creationId xmlns:p14="http://schemas.microsoft.com/office/powerpoint/2010/main" val="2804860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96288C-1989-A3C1-F594-559FC6EF1335}"/>
              </a:ext>
            </a:extLst>
          </p:cNvPr>
          <p:cNvSpPr txBox="1"/>
          <p:nvPr/>
        </p:nvSpPr>
        <p:spPr>
          <a:xfrm>
            <a:off x="7668286" y="733331"/>
            <a:ext cx="42279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Все 7 фигур (S, Z, J, L, I, O, T) заданы матрицами 5×5. Буква «x» обозначает блок, «o» — пустоту. Для каждой фигуры прописаны возможные повороты.</a:t>
            </a:r>
          </a:p>
          <a:p>
            <a:br>
              <a:rPr lang="ru-RU" dirty="0"/>
            </a:b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D552239-EA3F-D847-FA5E-8E9888EFD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08" y="228211"/>
            <a:ext cx="1512149" cy="293144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3722718-0509-81AE-32E7-804359D0B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608" y="3159659"/>
            <a:ext cx="1512149" cy="285902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26E8631-91E4-84F9-FD47-C5A23CD033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5281" y="228211"/>
            <a:ext cx="1354955" cy="285185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C9C8A36-1473-916A-7D5F-2E5144F314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8535" y="3080069"/>
            <a:ext cx="1388445" cy="2417276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BFD21A5-D9C1-7643-DE46-E2E24761B6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3929" y="228210"/>
            <a:ext cx="1599571" cy="4370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9489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8AAD54-5E49-78A3-6369-A75685F287BA}"/>
              </a:ext>
            </a:extLst>
          </p:cNvPr>
          <p:cNvSpPr txBox="1"/>
          <p:nvPr/>
        </p:nvSpPr>
        <p:spPr>
          <a:xfrm>
            <a:off x="7559644" y="550088"/>
            <a:ext cx="397447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ru-RU" dirty="0"/>
            </a:br>
            <a:r>
              <a:rPr lang="ru-RU" dirty="0"/>
              <a:t>Функция </a:t>
            </a:r>
            <a:r>
              <a:rPr lang="ru-RU" dirty="0" err="1"/>
              <a:t>checkPos</a:t>
            </a:r>
            <a:r>
              <a:rPr lang="ru-RU" dirty="0"/>
              <a:t>() проверяет, может ли фигура сдвинуться или повернуться (нет выхода за границы и пересечения с другими блоками).</a:t>
            </a:r>
            <a:br>
              <a:rPr lang="ru-RU" dirty="0"/>
            </a:b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60ADE23-D863-3772-FB13-755FB45C6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4" y="550088"/>
            <a:ext cx="6074856" cy="215689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ED928C0-C08E-EB2A-60F9-9BB77A349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24" y="2894535"/>
            <a:ext cx="4820323" cy="31627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E3E360C-F324-763D-6ADE-5B552791CD6E}"/>
              </a:ext>
            </a:extLst>
          </p:cNvPr>
          <p:cNvSpPr txBox="1"/>
          <p:nvPr/>
        </p:nvSpPr>
        <p:spPr>
          <a:xfrm>
            <a:off x="7559644" y="2967335"/>
            <a:ext cx="39744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Функция </a:t>
            </a:r>
            <a:r>
              <a:rPr lang="ru-RU" dirty="0" err="1"/>
              <a:t>clearCompleted</a:t>
            </a:r>
            <a:r>
              <a:rPr lang="ru-RU" dirty="0"/>
              <a:t>() находит заполненные ряды, удаляет их и сдвигает верхние ряды вниз.</a:t>
            </a:r>
          </a:p>
        </p:txBody>
      </p:sp>
    </p:spTree>
    <p:extLst>
      <p:ext uri="{BB962C8B-B14F-4D97-AF65-F5344CB8AC3E}">
        <p14:creationId xmlns:p14="http://schemas.microsoft.com/office/powerpoint/2010/main" val="2089091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C389CF-BEC5-0017-2605-67B14E01AE8A}"/>
              </a:ext>
            </a:extLst>
          </p:cNvPr>
          <p:cNvSpPr txBox="1"/>
          <p:nvPr/>
        </p:nvSpPr>
        <p:spPr>
          <a:xfrm>
            <a:off x="461727" y="5260063"/>
            <a:ext cx="102123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Игровой процесс. Управление: стрелки — движение/поворот, Enter — мгновенный сброс вниз, пробел — пауза, </a:t>
            </a:r>
            <a:r>
              <a:rPr lang="ru-RU" dirty="0" err="1"/>
              <a:t>Esc</a:t>
            </a:r>
            <a:r>
              <a:rPr lang="ru-RU" dirty="0"/>
              <a:t> — выход.</a:t>
            </a:r>
            <a:br>
              <a:rPr lang="ru-RU" dirty="0"/>
            </a:b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E954380-C848-5866-C334-E6AB07F39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28" y="196772"/>
            <a:ext cx="2634642" cy="230198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F9EF889-8376-274C-266F-42D824C59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9635" y="2737051"/>
            <a:ext cx="2529131" cy="226822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2339666-88E9-EF21-8080-24CEE627E1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8679" y="172517"/>
            <a:ext cx="2634642" cy="232624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0E638AC-7FFD-49CA-7D02-7216C5F982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7723" y="2627575"/>
            <a:ext cx="2634642" cy="233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7055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239C25-1CA7-FFD4-B8BC-C5D97405222D}"/>
              </a:ext>
            </a:extLst>
          </p:cNvPr>
          <p:cNvSpPr txBox="1"/>
          <p:nvPr/>
        </p:nvSpPr>
        <p:spPr>
          <a:xfrm>
            <a:off x="742384" y="905347"/>
            <a:ext cx="577912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Тестирование:</a:t>
            </a:r>
          </a:p>
          <a:p>
            <a:endParaRPr lang="ru-RU" dirty="0"/>
          </a:p>
          <a:p>
            <a:r>
              <a:rPr lang="ru-RU" dirty="0"/>
              <a:t>Игру опробовали </a:t>
            </a:r>
            <a:r>
              <a:rPr lang="ru-RU" b="1" dirty="0"/>
              <a:t>5 друзей и одноклассников</a:t>
            </a:r>
            <a:endParaRPr lang="ru-RU" dirty="0"/>
          </a:p>
          <a:p>
            <a:endParaRPr lang="ru-RU" dirty="0"/>
          </a:p>
          <a:p>
            <a:r>
              <a:rPr lang="ru-RU" dirty="0"/>
              <a:t>Все механики работают без ошибок</a:t>
            </a:r>
          </a:p>
          <a:p>
            <a:endParaRPr lang="ru-RU" dirty="0"/>
          </a:p>
          <a:p>
            <a:r>
              <a:rPr lang="ru-RU" dirty="0"/>
              <a:t>Управление удобное, отзывчивое</a:t>
            </a:r>
          </a:p>
          <a:p>
            <a:endParaRPr lang="ru-RU" b="1" dirty="0"/>
          </a:p>
          <a:p>
            <a:r>
              <a:rPr lang="ru-RU" b="1" dirty="0"/>
              <a:t>Отзывы:</a:t>
            </a:r>
          </a:p>
          <a:p>
            <a:endParaRPr lang="ru-RU" dirty="0"/>
          </a:p>
          <a:p>
            <a:r>
              <a:rPr lang="ru-RU" dirty="0"/>
              <a:t>«Очень похоже на классический Тетрис»</a:t>
            </a:r>
          </a:p>
          <a:p>
            <a:endParaRPr lang="ru-RU" dirty="0"/>
          </a:p>
          <a:p>
            <a:r>
              <a:rPr lang="ru-RU" dirty="0"/>
              <a:t>«Скорость растёт плавно, интересно играть»</a:t>
            </a:r>
          </a:p>
          <a:p>
            <a:endParaRPr lang="ru-RU" dirty="0"/>
          </a:p>
          <a:p>
            <a:r>
              <a:rPr lang="ru-RU" dirty="0"/>
              <a:t>«Блоки красивые, объёмные»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DF0875D-3D84-048F-2E19-C6DA921BB7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94" b="33333"/>
          <a:stretch>
            <a:fillRect/>
          </a:stretch>
        </p:blipFill>
        <p:spPr>
          <a:xfrm>
            <a:off x="5761022" y="230862"/>
            <a:ext cx="3136899" cy="272509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DFE4D45-7C8A-7DAA-9165-A0DEA85C04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0805" y="3902044"/>
            <a:ext cx="3056048" cy="221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2980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829785-3BB3-884D-88BB-0980AFAFE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03063"/>
            <a:ext cx="10058400" cy="1450757"/>
          </a:xfrm>
        </p:spPr>
        <p:txBody>
          <a:bodyPr>
            <a:normAutofit/>
          </a:bodyPr>
          <a:lstStyle/>
          <a:p>
            <a:r>
              <a:rPr lang="ru-RU" sz="3000" b="1" dirty="0"/>
              <a:t>Результат проекта (продукт):</a:t>
            </a:r>
            <a:br>
              <a:rPr lang="ru-RU" sz="3000" dirty="0"/>
            </a:br>
            <a:r>
              <a:rPr lang="ru-RU" sz="3000" dirty="0"/>
              <a:t>Полностью работающая игра «Тетрис» на Python + </a:t>
            </a:r>
            <a:r>
              <a:rPr lang="ru-RU" sz="3000" dirty="0" err="1"/>
              <a:t>Pygame</a:t>
            </a:r>
            <a:r>
              <a:rPr lang="ru-RU" sz="3000" dirty="0"/>
              <a:t>.</a:t>
            </a:r>
            <a:br>
              <a:rPr lang="ru-RU" sz="3000" dirty="0"/>
            </a:br>
            <a:endParaRPr lang="ru-RU" sz="3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00502A-A510-1B51-B83B-BA830DF7B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Результат проекта (продукт):</a:t>
            </a:r>
            <a:br>
              <a:rPr lang="ru-RU" dirty="0"/>
            </a:br>
            <a:r>
              <a:rPr lang="ru-RU" dirty="0"/>
              <a:t>Полностью работающая игра «Тетрис» на Python + </a:t>
            </a:r>
            <a:r>
              <a:rPr lang="ru-RU" dirty="0" err="1"/>
              <a:t>Pygame</a:t>
            </a:r>
            <a:r>
              <a:rPr lang="ru-RU" dirty="0"/>
              <a:t>.</a:t>
            </a:r>
          </a:p>
          <a:p>
            <a:r>
              <a:rPr lang="ru-RU" b="1" dirty="0"/>
              <a:t>Цель достигнута</a:t>
            </a:r>
            <a:r>
              <a:rPr lang="ru-RU" dirty="0"/>
              <a:t> — игра создана.</a:t>
            </a:r>
            <a:br>
              <a:rPr lang="ru-RU" dirty="0"/>
            </a:br>
            <a:r>
              <a:rPr lang="ru-RU" b="1" dirty="0"/>
              <a:t>Задачи решены</a:t>
            </a:r>
            <a:r>
              <a:rPr lang="ru-RU" dirty="0"/>
              <a:t> — технология изучена, алгоритмы реализованы, код написан, тестирование пройдено.</a:t>
            </a:r>
          </a:p>
          <a:p>
            <a:r>
              <a:rPr lang="ru-RU" b="1" dirty="0"/>
              <a:t>Гипотеза подтвердилась</a:t>
            </a:r>
            <a:r>
              <a:rPr lang="ru-RU" dirty="0"/>
              <a:t> — даже начинающий программист может создать свою игру.</a:t>
            </a:r>
          </a:p>
          <a:p>
            <a:r>
              <a:rPr lang="ru-RU" b="1" dirty="0"/>
              <a:t>Перспективы развития:</a:t>
            </a:r>
            <a:endParaRPr lang="ru-RU" dirty="0"/>
          </a:p>
          <a:p>
            <a:r>
              <a:rPr lang="ru-RU" dirty="0"/>
              <a:t>Добавить звуки и музыку</a:t>
            </a:r>
          </a:p>
          <a:p>
            <a:r>
              <a:rPr lang="ru-RU" dirty="0"/>
              <a:t>Сделать таблицу рекордов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33843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EE6E4C-E5AA-B73F-59D2-628D4CF23A01}"/>
              </a:ext>
            </a:extLst>
          </p:cNvPr>
          <p:cNvSpPr txBox="1"/>
          <p:nvPr/>
        </p:nvSpPr>
        <p:spPr>
          <a:xfrm>
            <a:off x="3062058" y="1600004"/>
            <a:ext cx="6301213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000" dirty="0"/>
              <a:t>Спасибо за внимание</a:t>
            </a:r>
            <a:r>
              <a:rPr lang="ru-RU" sz="10000" dirty="0"/>
              <a:t>!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E6B77CA-38BC-B40A-8E60-F224F60F94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5300" y="2947761"/>
            <a:ext cx="2942252" cy="333690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1BF0A9F-0361-CF45-B295-3DD3AADFEA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48" y="27160"/>
            <a:ext cx="3336327" cy="3016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7424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72</TotalTime>
  <Words>420</Words>
  <Application>Microsoft Office PowerPoint</Application>
  <PresentationFormat>Широкоэкранный</PresentationFormat>
  <Paragraphs>53</Paragraphs>
  <Slides>11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Ретро</vt:lpstr>
      <vt:lpstr>Создание игры на языке программирования Python</vt:lpstr>
      <vt:lpstr>Цель проекта: Разработать компьютерную игру на языке Python с использованием библиотеки Pygame.</vt:lpstr>
      <vt:lpstr>Актуальность:</vt:lpstr>
      <vt:lpstr>Что использовалось для разработки: </vt:lpstr>
      <vt:lpstr>Как работает игра «Тетрис»: </vt:lpstr>
      <vt:lpstr>Презентация PowerPoint</vt:lpstr>
      <vt:lpstr>Презентация PowerPoint</vt:lpstr>
      <vt:lpstr>Презентация PowerPoint</vt:lpstr>
      <vt:lpstr>Презентация PowerPoint</vt:lpstr>
      <vt:lpstr>Результат проекта (продукт): Полностью работающая игра «Тетрис» на Python + Pygame. 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Илья Левашов</dc:creator>
  <cp:lastModifiedBy>Илья Левашов</cp:lastModifiedBy>
  <cp:revision>3</cp:revision>
  <dcterms:created xsi:type="dcterms:W3CDTF">2026-05-21T22:46:17Z</dcterms:created>
  <dcterms:modified xsi:type="dcterms:W3CDTF">2026-05-21T23:58:45Z</dcterms:modified>
</cp:coreProperties>
</file>